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28016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Georgia"/>
              </a:rPr>
              <a:t>Werkplaats 2 — Eindpresentatie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CADCFC"/>
                </a:solidFill>
                <a:latin typeface="Calibri"/>
              </a:rPr>
              <a:t>Groep 3  ·  Data-analyse van een beleggingsportfolio en macro-economische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761"/>
                </a:solidFill>
                <a:latin typeface="Georgia"/>
              </a:rPr>
              <a:t>Onze data &amp; aanpak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21295C"/>
                </a:solidFill>
                <a:latin typeface="Calibri"/>
              </a:rPr>
              <a:t>We hebben 25 producten en indicatoren verzameld over de periode dec 2015 – heden.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Aandelen, crypto en obligaties via Yahoo Finance (o.a. Apple, ASML, Broadcom, Shell, Bitcoin).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Grondstoffen via Yahoo Finance en FRED (goud, olie, koper, graan, koffie, gas).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Macro-economische indicatoren via de FED St. Louis (GDP, inkomen, inflatie, rente, werkloosheid).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Op deze data passen we regressie, tijdreeksanalyse, sentimentanalyse, machine learning en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portfolio-optimalisatie toe om verbanden te onderzoeken en een optimale portefeuille samen te stellen.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Portfolio &amp; data inladen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Welke producten en macro-economische data nemen we op en hoe voegen we deze samen tot één dataset?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25 producten/indicatoren ingeladen via Yahoo Finance en FRED.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Alle reeksen samengevoegd op datum tot één opgeschoonde dataset.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Vormt de basis voor alle vervolganalyses.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Statistische analyse (.describe)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Wat zijn de statistische kenmerken van de dagelijkse rendementen van de portfolio?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Gemiddelde dagrendementen liggen dicht bij 0, met duidelijke verschillen in spreiding.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Grondstoffen en crypto vertonen de hoogste volatiliteit (standaardafwijking).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Extreme uitschieters (min/max) wijzen op staartrisico in 2020.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Regressie-analyse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tussen o.a. GDP, inkomen, Apple, koper en goud op koersen als Coffee en ASML?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Vraag 1: GDP + Income → Coffee is significant (p&lt;0,05), matige correlatie.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Bij Apple als verklarende variabele: sterke correlatie (R² &gt; 0,8).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Hoogconjunctuur drijft Apple en koper omhoog; goud reageert juist zwakker.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Tijdreeksanalyse (seasonal decompose)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Vertonen Shell, olie en GDP een trend, een seizoenspatroon of een random walk?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Shell en GDP tonen een positieve langetermijntrend.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Duidelijk terugkerend seizoenspatroon → geen random walk.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Residuen nemen toe vanaf 2020 (hogere volatiliteit/onzekerheid).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Sentimentanalyse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Hangen nieuwsberichten over Shell (SHEL) samen met de aandelenkoers?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Nieuws geanalyseerd met VADER, TextBlob en Hugging Face (DistilBERT).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Sentimentscores gekoppeld aan de dagkoers van Shell.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Regressie: p-waarde &gt; 0,05 → geen significant verband aangetoond.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Neuraal netwerk (MLPRegressor)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Kan een neuraal netwerk de Apple-koers voorspellen uit Coffee, Copper en Gold?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MLPRegressor met 3 verborgen lagen (64-64-64).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Gemiddelde afwijking ca. $7,85–$10,81.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Hoge R² (≈ 0,98): sterk verband tussen de variabelen en de Apple-koers.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Portfolio-optimalisatie (Markowitz)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Hoe stellen we volgens Markowitz een optimale portefeuille samen op rendement én risico?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Optimale gewichten berekend voor max. Sharpe-ratio en min. variantie.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Marktportfolio (rode ster) heeft de hoogste Sharpe-ratio.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Efficiënte grenslijn toont de haalbare combinaties van risico en rendement.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22960"/>
            <a:ext cx="274320" cy="2743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Georgia"/>
              </a:rPr>
              <a:t>Eindconclusie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607040" cy="3657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Door regressie, tijdreeks- en sentimentanalyse vonden we duidelijke, vaak significante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verbanden tussen macro-economische factoren en de koersen in onze portfolio.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Het neurale netwerk voorspelt de Apple-koers sterk (R² ≈ 0,98), terwijl nieuws-sentiment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géén significant koerseffect liet zien.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Tot slot leverde de Markowitz-optimalisatie een portefeuille met de hoogste Sharpe-ratio: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het beste rendement per eenheid risico binnen onze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